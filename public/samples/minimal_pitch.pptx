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everyone to today's executive summary.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three foundational pillars.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the floor for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219200" y="2194560"/>
            <a:ext cx="9753600" cy="1645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Overview 2026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1219200" y="3977640"/>
            <a:ext cx="9753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Highlights &amp; Objectives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600" y="274320"/>
            <a:ext cx="10972800" cy="7543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Strategic Priorities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609600" y="1028700"/>
            <a:ext cx="1219200" cy="54864"/>
          </a:xfrm>
          <a:prstGeom prst="roundRect">
            <a:avLst>
              <a:gd name="adj" fmla="val 833333"/>
            </a:avLst>
          </a:prstGeom>
          <a:solidFill>
            <a:srgbClr val="2563EB"/>
          </a:solidFill>
          <a:ln/>
        </p:spPr>
      </p:sp>
      <p:sp>
        <p:nvSpPr>
          <p:cNvPr id="5" name="Text 2"/>
          <p:cNvSpPr/>
          <p:nvPr/>
        </p:nvSpPr>
        <p:spPr>
          <a:xfrm>
            <a:off x="609600" y="1440180"/>
            <a:ext cx="1097280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2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 platform customer onboarding velocity</a:t>
            </a:r>
            <a:endParaRPr lang="en-US" sz="2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2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partner ecosystem into EMEA region</a:t>
            </a:r>
            <a:endParaRPr lang="en-US" sz="2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2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infrastructure operational unit economics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219200" y="2057400"/>
            <a:ext cx="9753600" cy="1645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Tomorrow Together</a:t>
            </a:r>
            <a:endParaRPr lang="en-US" sz="4200" dirty="0"/>
          </a:p>
        </p:txBody>
      </p:sp>
      <p:sp>
        <p:nvSpPr>
          <p:cNvPr id="4" name="Shape 1"/>
          <p:cNvSpPr/>
          <p:nvPr/>
        </p:nvSpPr>
        <p:spPr>
          <a:xfrm>
            <a:off x="4145280" y="3977640"/>
            <a:ext cx="3901440" cy="68580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5" name="Text 2"/>
          <p:cNvSpPr/>
          <p:nvPr/>
        </p:nvSpPr>
        <p:spPr>
          <a:xfrm>
            <a:off x="4145280" y="3977640"/>
            <a:ext cx="3901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Enterprise Sales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2026-10-11T08:15:15Z</dcterms:created>
  <dcterms:modified xsi:type="dcterms:W3CDTF">2026-10-11T08:15:15Z</dcterms:modified>
</cp:coreProperties>
</file>