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($M)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Q1 2026</c:v>
                  </c:pt>
                  <c:pt idx="1">
                    <c:v>Q2 2026</c:v>
                  </c:pt>
                  <c:pt idx="2">
                    <c:v>Q3 2026</c:v>
                  </c:pt>
                  <c:pt idx="3">
                    <c:v>Q4 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1.2</c:v>
                </c:pt>
                <c:pt idx="1">
                  <c:v>1.8</c:v>
                </c:pt>
                <c:pt idx="2">
                  <c:v>2.6</c:v>
                </c:pt>
                <c:pt idx="3">
                  <c:v>3.5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NRR (%)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Jan</c:v>
                  </c:pt>
                  <c:pt idx="1">
                    <c:v>Mar</c:v>
                  </c:pt>
                  <c:pt idx="2">
                    <c:v>Jun</c:v>
                  </c:pt>
                  <c:pt idx="3">
                    <c:v>Sep</c:v>
                  </c:pt>
                  <c:pt idx="4">
                    <c:v>Dec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104</c:v>
                </c:pt>
                <c:pt idx="1">
                  <c:v>108</c:v>
                </c:pt>
                <c:pt idx="2">
                  <c:v>114</c:v>
                </c:pt>
                <c:pt idx="3">
                  <c:v>121</c:v>
                </c:pt>
                <c:pt idx="4">
                  <c:v>128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 (%)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bubble3D val="0"/>
            <c:spPr>
              <a:solidFill>
                <a:srgbClr val="10B981"/>
              </a:solidFill>
              <a:effectLst/>
            </c:spPr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Enterprise API</c:v>
                </c:pt>
                <c:pt idx="1">
                  <c:v>Cloud Workspace</c:v>
                </c:pt>
                <c:pt idx="2">
                  <c:v>Pro Subscriptions</c:v>
                </c:pt>
                <c:pt idx="3">
                  <c:v>Integrations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45</c:v>
                </c:pt>
                <c:pt idx="1">
                  <c:v>30</c:v>
                </c:pt>
                <c:pt idx="2">
                  <c:v>18</c:v>
                </c:pt>
                <c:pt idx="3">
                  <c:v>7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Quarterly metric review with native editable charts.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 chart demonstrating Q-o-Q ARR expansion.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 chart tracking NRR trend over six quarters.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Pie chart displaying revenue share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219200" y="2194560"/>
            <a:ext cx="9753600" cy="1645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Analytics &amp; Operational KPIs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1219200" y="3977640"/>
            <a:ext cx="9753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 Executive Summary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274320"/>
            <a:ext cx="109728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Revenue Trajectory By Quarter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9600" y="1028700"/>
            <a:ext cx="1219200" cy="54864"/>
          </a:xfrm>
          <a:prstGeom prst="roundRect">
            <a:avLst>
              <a:gd name="adj" fmla="val 833333"/>
            </a:avLst>
          </a:prstGeom>
          <a:solidFill>
            <a:srgbClr val="2563EB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914400" y="914400"/>
          <a:ext cx="975360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/>
          <p:nvPr/>
        </p:nvSpPr>
        <p:spPr>
          <a:xfrm>
            <a:off x="1219200" y="6035040"/>
            <a:ext cx="9753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expanded by 190% across the full fiscal year.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274320"/>
            <a:ext cx="109728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Retention &amp; Net Dollar Expansion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9600" y="1028700"/>
            <a:ext cx="1219200" cy="54864"/>
          </a:xfrm>
          <a:prstGeom prst="roundRect">
            <a:avLst>
              <a:gd name="adj" fmla="val 833333"/>
            </a:avLst>
          </a:prstGeom>
          <a:solidFill>
            <a:srgbClr val="2563EB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914400" y="914400"/>
          <a:ext cx="975360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/>
          <p:nvPr/>
        </p:nvSpPr>
        <p:spPr>
          <a:xfrm>
            <a:off x="1219200" y="6035040"/>
            <a:ext cx="9753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Retention steadily increased to 128%.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274320"/>
            <a:ext cx="109728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Revenue Breakdown by Product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9600" y="1028700"/>
            <a:ext cx="1219200" cy="54864"/>
          </a:xfrm>
          <a:prstGeom prst="roundRect">
            <a:avLst>
              <a:gd name="adj" fmla="val 833333"/>
            </a:avLst>
          </a:prstGeom>
          <a:solidFill>
            <a:srgbClr val="2563EB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914400" y="914400"/>
          <a:ext cx="975360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/>
          <p:nvPr/>
        </p:nvSpPr>
        <p:spPr>
          <a:xfrm>
            <a:off x="1219200" y="6035040"/>
            <a:ext cx="9753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contracts now account for nearly half of revenue.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2026-10-11T08:15:15Z</dcterms:created>
  <dcterms:modified xsi:type="dcterms:W3CDTF">2026-10-11T08:15:15Z</dcterms:modified>
</cp:coreProperties>
</file>