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97366216548-37526070297c" ContentType="image/photo-1497366216548-37526070297c"/>
  <Default Extension="photo-1486406146926-c627a92ad1ab" ContentType="image/photo-1486406146926-c627a92ad1ab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showcase with high resolution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layout with curated stock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bleed dramatic hero image with text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97366216548-37526070297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486406146926-c627a92ad1ab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4" name="Shape 1"/>
          <p:cNvSpPr/>
          <p:nvPr/>
        </p:nvSpPr>
        <p:spPr>
          <a:xfrm>
            <a:off x="7924800" y="2400300"/>
            <a:ext cx="2438400" cy="2057400"/>
          </a:xfrm>
          <a:prstGeom prst="roundRect">
            <a:avLst>
              <a:gd name="adj" fmla="val 6667"/>
            </a:avLst>
          </a:prstGeom>
          <a:solidFill>
            <a:srgbClr val="166534">
              <a:alpha val="1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20240"/>
            <a:ext cx="4632960" cy="1783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Designing the Next Generation Workspace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463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Design and Collaborative Environments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Modern Minimalist Work Environments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166534"/>
          </a:solidFill>
          <a:ln/>
        </p:spPr>
      </p:sp>
      <p:pic>
        <p:nvPicPr>
          <p:cNvPr id="5" name="Image 0" descr="https://images.unsplash.com/photo-1497366216548-37526070297c?auto=format&amp;fit=crop&amp;w=12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6035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Photo: Unsplash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339840" y="1645920"/>
            <a:ext cx="5242560" cy="4183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deep collaborative and asynchronous workflows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 isolation zones paired with open innovation hubs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efficient circadian lighting systems installed throughout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images.unsplash.com/photo-1486406146926-c627a92ad1ab?auto=format&amp;fit=crop&amp;w=12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975360" y="411480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Architectural Vision for 2030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75360" y="54864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headquarters tower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2026-10-11T08:15:15Z</dcterms:created>
  <dcterms:modified xsi:type="dcterms:W3CDTF">2026-10-11T08:15:15Z</dcterms:modified>
</cp:coreProperties>
</file>