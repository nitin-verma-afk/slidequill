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Slidequill.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market pain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metrics from early user cohorts.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document-to-deck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Slidequill vs traditional AI deck generators.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Praise from early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194560"/>
            <a:ext cx="975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Slidequill Product Vision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977640"/>
            <a:ext cx="975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in, Native Editable PPTX Out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Presentation Tools Stumble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44018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files are locked images instead of native editable shapes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overflows boundaries and looks amateurish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templates do not reflect company brand guidelines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Productivity Impact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1714500"/>
            <a:ext cx="3499104" cy="3977640"/>
          </a:xfrm>
          <a:prstGeom prst="roundRect">
            <a:avLst>
              <a:gd name="adj" fmla="val 1568"/>
            </a:avLst>
          </a:pr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057400"/>
            <a:ext cx="32552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hrs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32552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presentation deck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52544" y="1714500"/>
            <a:ext cx="3499104" cy="3977640"/>
          </a:xfrm>
          <a:prstGeom prst="roundRect">
            <a:avLst>
              <a:gd name="adj" fmla="val 1568"/>
            </a:avLst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4474464" y="2057400"/>
            <a:ext cx="32552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474464" y="3840480"/>
            <a:ext cx="32552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editable shapes &amp; text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083296" y="1714500"/>
            <a:ext cx="3499104" cy="3977640"/>
          </a:xfrm>
          <a:prstGeom prst="roundRect">
            <a:avLst>
              <a:gd name="adj" fmla="val 1568"/>
            </a:avLst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8205216" y="2057400"/>
            <a:ext cx="32552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205216" y="3840480"/>
            <a:ext cx="32552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export and return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Slidequill Generates Decks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1219200" y="2194560"/>
            <a:ext cx="9753600" cy="548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1560576" y="1851660"/>
            <a:ext cx="853440" cy="7543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1560576" y="1851660"/>
            <a:ext cx="85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811780"/>
            <a:ext cx="249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499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or DOCX file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3776" y="1851660"/>
            <a:ext cx="853440" cy="7543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303776" y="1851660"/>
            <a:ext cx="85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474720" y="2811780"/>
            <a:ext cx="249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Synthesized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474720" y="3703320"/>
            <a:ext cx="2499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structured sections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046976" y="1851660"/>
            <a:ext cx="853440" cy="7543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046976" y="1851660"/>
            <a:ext cx="85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7920" y="2811780"/>
            <a:ext cx="249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Fitted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920" y="3703320"/>
            <a:ext cx="2499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limits eliminate overflows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790176" y="1851660"/>
            <a:ext cx="853440" cy="7543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790176" y="1851660"/>
            <a:ext cx="85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961120" y="2811780"/>
            <a:ext cx="249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Export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961120" y="3703320"/>
            <a:ext cx="2499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editable PowerPoint file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Quality Comparison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1508760"/>
            <a:ext cx="5242560" cy="4663440"/>
          </a:xfrm>
          <a:prstGeom prst="roundRect">
            <a:avLst>
              <a:gd name="adj" fmla="val 980"/>
            </a:avLst>
          </a:pr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853440" y="1645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Tools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3440" y="2263140"/>
            <a:ext cx="475488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bitmap image slides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cannot be edited or tuned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layout dimensions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39840" y="1508760"/>
            <a:ext cx="5242560" cy="4663440"/>
          </a:xfrm>
          <a:prstGeom prst="roundRect">
            <a:avLst>
              <a:gd name="adj" fmla="val 980"/>
            </a:avLst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645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Slidequill Platform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83680" y="2263140"/>
            <a:ext cx="475488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vector shapes &amp; editable text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System-safe normalized typography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PowerPoint auto-fit scaling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Endorsement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1219200" y="1783080"/>
            <a:ext cx="9753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"Slidequill is the first tool that creates decks my executive board actually accepts without needing hours of reformatting."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Rostova, Managing Director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057400"/>
            <a:ext cx="975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Presentation Now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4145280" y="3977640"/>
            <a:ext cx="3901440" cy="6858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145280" y="3977640"/>
            <a:ext cx="390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Slidequill Free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2026-10-11T08:15:15Z</dcterms:created>
  <dcterms:modified xsi:type="dcterms:W3CDTF">2026-10-11T08:15:15Z</dcterms:modified>
</cp:coreProperties>
</file>