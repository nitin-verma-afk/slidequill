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 to today's executive summary.
Source: 01_minimal_pitch.pdf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foundational pillars.
Source: 01_minimal_pitch.pdf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 for questions.
Source: 01_minimal_pitch.pdf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Overview 2026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Highlights &amp; Objectives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Strategic Priorities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600" y="1508760"/>
            <a:ext cx="1097280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platform customer onboarding velocity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partner ecosystem into EMEA region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infrastructure operational unit economics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Tomorrow Together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219200" y="41148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Enterprise Sales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2026-10-18T16:52:25Z</dcterms:created>
  <dcterms:modified xsi:type="dcterms:W3CDTF">2026-10-18T16:52:25Z</dcterms:modified>
</cp:coreProperties>
</file>