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today's executive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three foundational pillars.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 2026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219200" y="37719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Highlights &amp; Objectives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Strategic Priorities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109728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platform customer onboarding velocity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partner ecosystem into EMEA region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infrastructure operational unit economics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Tomorrow Together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219200" y="41148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Enterprise Sales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2026-10-14T13:34:17Z</dcterms:created>
  <dcterms:modified xsi:type="dcterms:W3CDTF">2026-10-14T13:34:17Z</dcterms:modified>
</cp:coreProperties>
</file>