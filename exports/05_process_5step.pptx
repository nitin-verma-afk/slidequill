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deployment phase.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AFA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Continuous Release Pipeline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609600" y="2057400"/>
            <a:ext cx="219456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09600" y="3086100"/>
            <a:ext cx="219456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FA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 Code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09600" y="4114800"/>
            <a:ext cx="2194560" cy="2057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commit to protected staging repository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2804160" y="2057400"/>
            <a:ext cx="219456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2804160" y="3086100"/>
            <a:ext cx="219456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FA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Automated Build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2804160" y="4114800"/>
            <a:ext cx="2194560" cy="2057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hermetic container compilation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998720" y="2057400"/>
            <a:ext cx="219456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4998720" y="3086100"/>
            <a:ext cx="219456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FA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Scan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4998720" y="4114800"/>
            <a:ext cx="2194560" cy="2057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static analysis vulnerability scanning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193280" y="2057400"/>
            <a:ext cx="219456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7193280" y="3086100"/>
            <a:ext cx="219456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FA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Canary Deploy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193280" y="4114800"/>
            <a:ext cx="2194560" cy="2057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five percent user traffic to cluster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9387840" y="2057400"/>
            <a:ext cx="219456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3600" dirty="0"/>
          </a:p>
        </p:txBody>
      </p:sp>
      <p:sp>
        <p:nvSpPr>
          <p:cNvPr id="17" name="Text 14"/>
          <p:cNvSpPr/>
          <p:nvPr/>
        </p:nvSpPr>
        <p:spPr>
          <a:xfrm>
            <a:off x="9387840" y="3086100"/>
            <a:ext cx="219456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FA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Rollout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9387840" y="4114800"/>
            <a:ext cx="2194560" cy="2057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 verified release build globally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2026-10-14T13:34:17Z</dcterms:created>
  <dcterms:modified xsi:type="dcterms:W3CDTF">2026-10-14T13:34:17Z</dcterms:modified>
</cp:coreProperties>
</file>