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deployment phase.
Source: 05_process_5step.pdf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 Release Pipeline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2057400"/>
            <a:ext cx="219456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09600" y="3086100"/>
            <a:ext cx="219456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 Code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09600" y="4114800"/>
            <a:ext cx="219456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commit to protected staging repository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804160" y="2057400"/>
            <a:ext cx="219456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2804160" y="3086100"/>
            <a:ext cx="219456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Build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804160" y="4114800"/>
            <a:ext cx="219456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hermetic container compilation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998720" y="2057400"/>
            <a:ext cx="219456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4998720" y="3086100"/>
            <a:ext cx="219456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Scan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998720" y="4114800"/>
            <a:ext cx="219456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static analysis vulnerability scanning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193280" y="2057400"/>
            <a:ext cx="219456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7193280" y="3086100"/>
            <a:ext cx="219456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Canary Deploy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193280" y="4114800"/>
            <a:ext cx="219456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five percent user traffic to cluster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387840" y="2057400"/>
            <a:ext cx="219456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9387840" y="3086100"/>
            <a:ext cx="219456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Rollout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9387840" y="4114800"/>
            <a:ext cx="219456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verified release build globally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2026-10-18T16:52:25Z</dcterms:created>
  <dcterms:modified xsi:type="dcterms:W3CDTF">2026-10-18T16:52:25Z</dcterms:modified>
</cp:coreProperties>
</file>