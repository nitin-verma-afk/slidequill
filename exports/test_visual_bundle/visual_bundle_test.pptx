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for title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Slidequill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90144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p. 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Alex Knight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5"/>
          <p:cNvSpPr/>
          <p:nvPr/>
        </p:nvSpPr>
        <p:spPr>
          <a:xfrm>
            <a:off x="975360" y="240030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Future of AI Architecture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975360" y="3771900"/>
            <a:ext cx="1024128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&amp; Scalable Systems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Slidequill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0144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p. 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Architecture Pillars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09600" y="1508760"/>
            <a:ext cx="6705600" cy="4800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memory pipelines handle multi-context compaction smoothly without latency spikes.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tool execution catches lint errors and syntax bugs proactively.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verification ensures PPTX export matches web preview layout exactly.</a:t>
            </a:r>
            <a:endParaRPr lang="en-US" sz="2400" dirty="0"/>
          </a:p>
          <a:p>
            <a:pPr marL="342900" indent="-342900">
              <a:buSzPct val="100000"/>
              <a:buChar char="•"/>
            </a:pPr>
            <a:r>
              <a:rPr lang="en-US" sz="2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Container-query based responsive viewports scale fonts dynamically across resolutions.</a:t>
            </a:r>
            <a:endParaRPr lang="en-US" sz="2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508760"/>
            <a:ext cx="3901440" cy="4526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0" y="6103620"/>
            <a:ext cx="3901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Photo: NASA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Slidequill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0144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p.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Philosophy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Sean Oulashin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219200" y="2057400"/>
            <a:ext cx="975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"Simplicity is prerequisite for reliability. Complex visual engines must maintain strict parity across web DOM and exported presentations."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1219200" y="48006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Edsger W. Dijkstra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Slidequill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0144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p. 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09600" y="342900"/>
            <a:ext cx="10972800" cy="1028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Analysis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508760"/>
            <a:ext cx="5120640" cy="44577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" y="61036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Photo: Markus Spiske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339840" y="1508760"/>
            <a:ext cx="5242560" cy="10287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Next-Generation Inference Engine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339840" y="2606040"/>
            <a:ext cx="5242560" cy="2606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Sub-100ms time-to-first-token throughput.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cold-start container orchestration.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COM-driven presentation validation.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339840" y="5349240"/>
            <a:ext cx="524256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4.1: Architecture benchmark overview across global regions.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Made with Slidequill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01440" y="6515100"/>
            <a:ext cx="3048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p. 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F1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6000" y="6446520"/>
            <a:ext cx="5608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Photo: Benjamin Davies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1219200" y="24003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Transform Presentations?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1219200" y="4114800"/>
            <a:ext cx="975360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Today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2026-10-15T16:56:53Z</dcterms:created>
  <dcterms:modified xsi:type="dcterms:W3CDTF">2026-10-15T16:56:53Z</dcterms:modified>
</cp:coreProperties>
</file>