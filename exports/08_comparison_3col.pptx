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features across starter, professional, and enterprise tiers.
Source: 08_comparison_3col.pdf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The Right Solution Tier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09600" y="219456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decks monthly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export quality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email support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6720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267200" y="219456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presentations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 color palettes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ticket support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24800" y="1508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924800" y="219456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PPTX corporate templates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SAML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2026-10-18T16:52:25Z</dcterms:created>
  <dcterms:modified xsi:type="dcterms:W3CDTF">2026-10-18T16:52:25Z</dcterms:modified>
</cp:coreProperties>
</file>