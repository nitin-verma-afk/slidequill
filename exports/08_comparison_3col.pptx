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features across starter, professional, and enterprise tiers.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D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9600" y="342900"/>
            <a:ext cx="1097280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4A04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The Right Solution Tier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09600" y="150876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4A04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609600" y="2194560"/>
            <a:ext cx="3657600" cy="4114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4A0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 decks monthly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4A0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export quality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4A0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email support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67200" y="150876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4A04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Professional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267200" y="2194560"/>
            <a:ext cx="3657600" cy="4114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4A0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presentations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4A0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brand color palettes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4A0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ticket support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924800" y="150876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4A04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Enterprise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7924800" y="2194560"/>
            <a:ext cx="3657600" cy="4114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4A0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manager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4A0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PPTX corporate templates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4A0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SAML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2026-10-14T13:34:17Z</dcterms:created>
  <dcterms:modified xsi:type="dcterms:W3CDTF">2026-10-14T13:34:17Z</dcterms:modified>
</cp:coreProperties>
</file>