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 2026</c:v>
                  </c:pt>
                  <c:pt idx="1">
                    <c:v>Q2 2026</c:v>
                  </c:pt>
                  <c:pt idx="2">
                    <c:v>Q3 2026</c:v>
                  </c:pt>
                  <c:pt idx="3">
                    <c:v>Q4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1.8</c:v>
                </c:pt>
                <c:pt idx="2">
                  <c:v>2.6</c:v>
                </c:pt>
                <c:pt idx="3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8faf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NRR (%)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Mar</c:v>
                  </c:pt>
                  <c:pt idx="2">
                    <c:v>Jun</c:v>
                  </c:pt>
                  <c:pt idx="3">
                    <c:v>Sep</c:v>
                  </c:pt>
                  <c:pt idx="4">
                    <c:v>Dec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</c:v>
                </c:pt>
                <c:pt idx="1">
                  <c:v>108</c:v>
                </c:pt>
                <c:pt idx="2">
                  <c:v>114</c:v>
                </c:pt>
                <c:pt idx="3">
                  <c:v>121</c:v>
                </c:pt>
                <c:pt idx="4">
                  <c:v>128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8faf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Enterprise API</c:v>
                </c:pt>
                <c:pt idx="1">
                  <c:v>Cloud Workspace</c:v>
                </c:pt>
                <c:pt idx="2">
                  <c:v>Pro Subscriptions</c:v>
                </c:pt>
                <c:pt idx="3">
                  <c:v>Integrations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metric review with native editable charts.
Source: 11_native_charts.pdf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demonstrating Q-o-Q ARR expansion.
Source: 11_native_charts.pdf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chart tracking NRR trend over six quarters.
Source: 11_native_charts.pdf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 chart displaying revenue share distribution.
Source: 11_native_charts.pdf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Analytics &amp; Operational KPIs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Growth from Q1 to Q4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914400"/>
          <a:ext cx="10972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0960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accelerated consistently across four consecutive fiscal quarters.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&amp; Net Dollar Expansion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914400"/>
          <a:ext cx="10972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0960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steadily increased to 128%.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Revenue Breakdown by Product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914400"/>
          <a:ext cx="10972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09600" y="5897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 now account for nearly half of revenue.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2026-10-18T16:52:25Z</dcterms:created>
  <dcterms:modified xsi:type="dcterms:W3CDTF">2026-10-18T16:52:25Z</dcterms:modified>
</cp:coreProperties>
</file>