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Quarterly metric review with native editable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 chart demonstrating Q-o-Q ARR expansion.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chart tracking NRR trend over six quarters.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 chart displaying revenue share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Analytics &amp; Operational KPIs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 Executive Summary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Revenue Trajectory By Quarter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&amp; Net Dollar Expansion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Revenue Breakdown by Product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2026-10-14T13:34:17Z</dcterms:created>
  <dcterms:modified xsi:type="dcterms:W3CDTF">2026-10-14T13:34:17Z</dcterms:modified>
</cp:coreProperties>
</file>