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cover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Studio Split Header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Dual-Container Visual Arrangement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19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Transforming Presentations Today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Live Demo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2026-10-14T13:34:17Z</dcterms:created>
  <dcterms:modified xsi:type="dcterms:W3CDTF">2026-10-14T13:34:17Z</dcterms:modified>
</cp:coreProperties>
</file>