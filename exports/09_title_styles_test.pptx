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 cover layout.
Source: 09_title_styles_test.pdf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
Source: 09_title_styles_test.pdf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C19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 Studio Split Header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219200" y="37719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Dual-Container Visual Arrangement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19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 Transforming Presentations Today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219200" y="41148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Live Demo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2026-10-18T16:52:25Z</dcterms:created>
  <dcterms:modified xsi:type="dcterms:W3CDTF">2026-10-18T16:52:25Z</dcterms:modified>
</cp:coreProperties>
</file>