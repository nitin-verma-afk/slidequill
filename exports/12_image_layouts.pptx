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showcase with high resolution photography.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layout with curated stock photography.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bleed dramatic hero image with text overlay.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19200" y="24003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Designing the Next Generation Workspace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1219200" y="377190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Design and Collaborative Environments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Modern Minimalist Work Environments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508760"/>
            <a:ext cx="5120640" cy="44577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600" y="61036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34E"/>
                </a:solidFill>
              </a:rPr>
              <a:t>Photo: Unsplash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339840" y="1508760"/>
            <a:ext cx="52425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San Francisco Flagship Studio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339840" y="2468880"/>
            <a:ext cx="524256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for deep collaborative and asynchronous workflows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Acoustic isolation zones paired with open innovation hubs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92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efficient circadian lighting systems installed throughout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925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Architectural Vision for 2030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3086100"/>
            <a:ext cx="12192000" cy="3771900"/>
          </a:xfrm>
          <a:prstGeom prst="rect">
            <a:avLst/>
          </a:prstGeom>
          <a:solidFill>
            <a:srgbClr val="000000">
              <a:alpha val="75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975360" y="411480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Architectural Vision for 2030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975360" y="54864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headquarters tower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2026-10-14T13:34:17Z</dcterms:created>
  <dcterms:modified xsi:type="dcterms:W3CDTF">2026-10-14T13:34:17Z</dcterms:modified>
</cp:coreProperties>
</file>