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showcase with high resolution photography.
Source: 12_image_layouts.pdf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 layout with curated stock photography.
Source: 12_image_layouts.pdf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bleed dramatic hero image with text overlay.
Source: 12_image_layouts.pdf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webp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webp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219200" y="2400300"/>
            <a:ext cx="9753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9252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Designing the Next Generation Workspace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1219200" y="3771900"/>
            <a:ext cx="9753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5753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Spatial Design and Collaborative Environments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9252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Modern Minimalist Work Environments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508760"/>
            <a:ext cx="5120640" cy="44577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09600" y="61036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7534E"/>
                </a:solidFill>
              </a:rPr>
              <a:t>Photo: Unsplash</a:t>
            </a:r>
            <a:endParaRPr lang="en-US" sz="900" dirty="0"/>
          </a:p>
        </p:txBody>
      </p:sp>
      <p:sp>
        <p:nvSpPr>
          <p:cNvPr id="6" name="Text 2"/>
          <p:cNvSpPr/>
          <p:nvPr/>
        </p:nvSpPr>
        <p:spPr>
          <a:xfrm>
            <a:off x="6339840" y="1508760"/>
            <a:ext cx="524256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92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Designed for deep collaborative and asynchronous workflows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92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Acoustic isolation zones paired with open innovation hubs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92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efficient circadian lighting systems installed throughout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339840" y="5074920"/>
            <a:ext cx="524256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292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 Francisco Flagship Studio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9252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Architectural Vision for 2030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F1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3086100"/>
            <a:ext cx="12192000" cy="3771900"/>
          </a:xfrm>
          <a:prstGeom prst="rect">
            <a:avLst/>
          </a:prstGeom>
          <a:solidFill>
            <a:srgbClr val="000000">
              <a:alpha val="75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975360" y="4114800"/>
            <a:ext cx="1024128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Architectural Vision for 2030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975360" y="5486400"/>
            <a:ext cx="102412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headquarters tower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2026-10-18T16:52:25Z</dcterms:created>
  <dcterms:modified xsi:type="dcterms:W3CDTF">2026-10-18T16:52:25Z</dcterms:modified>
</cp:coreProperties>
</file>