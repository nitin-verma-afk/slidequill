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provides an overview of the key aspects of India's market dynamics and emphasizes the necessity of a bilingual report for stakeholders. It sets the stage for deeper insights in subsequent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enterprise adoption and revenue growth metrics along with quarterly performance comparisons. Highlight the significant increases in revenue and user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key financial metrics that demonstrate the company's robust performance in annual recurring revenue and net revenue retention, particularly among Fortune 500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digital economy is rapidly expanding, particularly with the growth of UPI transactions. This slide highlights key metrics that demonstrate this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key operational metrics including GMV, CAC, and customer retention insights. These metrics are crucial for understanding our performance in the India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strategic priorities for the future, highlighting the importance of automation and rural distribution. These initiatives will drive growth and efficiency in the upcoming operating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our strategic goals and emphasizes the need for ongoing market monitoring. It's crucial for adapting to dynamic market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Ninthgrid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India's Market Dynamics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Revenue Growth and Adoption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 and NRR Show Strong Growth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Payments Surge 45% Annually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Metrics Overview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536448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0574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0" y="3429000"/>
            <a:ext cx="5364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on Automation and Rural Investment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585216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automation for enhanced efficiency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 of workloads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rural distribution networks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partner ecosystem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operational excellence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520" y="1508760"/>
            <a:ext cx="4754880" cy="4663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7520" y="62407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Bernd 📷 Dittrich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Dylan Gillis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 for Future Market Challenges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agile and informed for success.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2026-10-15T11:46:52Z</dcterms:created>
  <dcterms:modified xsi:type="dcterms:W3CDTF">2026-10-15T11:46:52Z</dcterms:modified>
</cp:coreProperties>
</file>