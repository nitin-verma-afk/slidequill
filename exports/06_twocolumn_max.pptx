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infrastructure agility against control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Deployment Model Tradeoffs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645920"/>
            <a:ext cx="4876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Legacy On-Premises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expenditure upfront for servers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hardware maintenance cycles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sovereign air-gapped isolation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elastic capacity headroom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61760" y="1508760"/>
            <a:ext cx="512064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645920"/>
            <a:ext cx="4876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Modern Hybrid Cloud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expenditure based on usage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managed backup snapshots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global regional expansion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container autoscaling pools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2026-10-14T13:34:17Z</dcterms:created>
  <dcterms:modified xsi:type="dcterms:W3CDTF">2026-10-14T13:34:17Z</dcterms:modified>
</cp:coreProperties>
</file>