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 infrastructure agility against control requirements.
Source: 06_twocolumn_max.pdf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342900"/>
            <a:ext cx="10972800" cy="10287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9252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Deployment Model Tradeoffs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609600" y="1508760"/>
            <a:ext cx="5120640" cy="4526280"/>
          </a:xfrm>
          <a:prstGeom prst="rect">
            <a:avLst/>
          </a:prstGeom>
          <a:solidFill>
            <a:srgbClr val="F5F5F4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645920"/>
            <a:ext cx="4876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9252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Legacy On-Premises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731520" y="2331720"/>
            <a:ext cx="4876800" cy="3566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925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Capital expenditure upfront for servers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925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Manual hardware maintenance cycles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925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Strict sovereign air-gapped isolation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925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Limited elastic capacity headroom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461760" y="1508760"/>
            <a:ext cx="5120640" cy="4526280"/>
          </a:xfrm>
          <a:prstGeom prst="rect">
            <a:avLst/>
          </a:prstGeom>
          <a:solidFill>
            <a:srgbClr val="F5F5F4"/>
          </a:solidFill>
          <a:ln/>
        </p:spPr>
      </p:sp>
      <p:sp>
        <p:nvSpPr>
          <p:cNvPr id="8" name="Text 5"/>
          <p:cNvSpPr/>
          <p:nvPr/>
        </p:nvSpPr>
        <p:spPr>
          <a:xfrm>
            <a:off x="6583680" y="1645920"/>
            <a:ext cx="4876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9252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Modern Hybrid Cloud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583680" y="2331720"/>
            <a:ext cx="4876800" cy="3566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925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expenditure based on usage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925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Automated managed backup snapshots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925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Rapid global regional expansion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925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Dynamic container autoscaling pools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2026-10-18T16:52:25Z</dcterms:created>
  <dcterms:modified xsi:type="dcterms:W3CDTF">2026-10-18T16:52:25Z</dcterms:modified>
</cp:coreProperties>
</file>