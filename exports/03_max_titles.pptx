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title test on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8-word 65-char max title auto-fit in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Strategic Analysis of Global Enterprise Distribution Logistics Networks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Operational Review and Future Guidance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Multi-Region Inventory Optimization Reduced Overhead Expenses By Twenty Four Percent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109728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demand forecasting across sixty fulfillment locations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freight carrier contracts for volume tier discounts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warehouse re-routing during severe regional disruptions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2026-10-14T13:34:17Z</dcterms:created>
  <dcterms:modified xsi:type="dcterms:W3CDTF">2026-10-14T13:34:17Z</dcterms:modified>
</cp:coreProperties>
</file>