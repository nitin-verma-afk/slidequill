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our ARR growth and net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Outstanding Fiscal Performance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09600" y="1508760"/>
            <a:ext cx="2560320" cy="4526280"/>
          </a:xfrm>
          <a:prstGeom prst="roundRect">
            <a:avLst>
              <a:gd name="adj" fmla="val 4762"/>
            </a:avLst>
          </a:prstGeom>
          <a:solidFill>
            <a:srgbClr val="F8FAFC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205740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$12,500,000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09600" y="342900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Recurring Revenue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413760" y="1508760"/>
            <a:ext cx="2560320" cy="4526280"/>
          </a:xfrm>
          <a:prstGeom prst="roundRect">
            <a:avLst>
              <a:gd name="adj" fmla="val 4762"/>
            </a:avLst>
          </a:prstGeom>
          <a:solidFill>
            <a:srgbClr val="F8FAFC"/>
          </a:solidFill>
          <a:ln/>
        </p:spPr>
      </p:sp>
      <p:sp>
        <p:nvSpPr>
          <p:cNvPr id="8" name="Text 5"/>
          <p:cNvSpPr/>
          <p:nvPr/>
        </p:nvSpPr>
        <p:spPr>
          <a:xfrm>
            <a:off x="3413760" y="205740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+148.5%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3413760" y="342900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Over Year Net Expansion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17920" y="1508760"/>
            <a:ext cx="2560320" cy="4526280"/>
          </a:xfrm>
          <a:prstGeom prst="roundRect">
            <a:avLst>
              <a:gd name="adj" fmla="val 4762"/>
            </a:avLst>
          </a:prstGeom>
          <a:solidFill>
            <a:srgbClr val="F8FAFC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205740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99.995%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17920" y="342900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SLA Uptime Delivery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9022080" y="1508760"/>
            <a:ext cx="2560320" cy="4526280"/>
          </a:xfrm>
          <a:prstGeom prst="roundRect">
            <a:avLst>
              <a:gd name="adj" fmla="val 4762"/>
            </a:avLst>
          </a:prstGeom>
          <a:solidFill>
            <a:srgbClr val="F8FAFC"/>
          </a:solidFill>
          <a:ln/>
        </p:spPr>
      </p:sp>
      <p:sp>
        <p:nvSpPr>
          <p:cNvPr id="14" name="Text 11"/>
          <p:cNvSpPr/>
          <p:nvPr/>
        </p:nvSpPr>
        <p:spPr>
          <a:xfrm>
            <a:off x="9022080" y="205740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1,250,000+</a:t>
            </a: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9022080" y="342900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Verified Platform Users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2026-10-14T13:34:17Z</dcterms:created>
  <dcterms:modified xsi:type="dcterms:W3CDTF">2026-10-14T13:34:17Z</dcterms:modified>
</cp:coreProperties>
</file>