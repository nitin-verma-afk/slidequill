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our ARR growth and net retention.
Source: 04_stats_heavy.pdf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Fiscal Performance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$12,500,000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1376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341376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+148.5%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413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Over Year Net Expansion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99.995%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SLA Uptime Delivery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02208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902208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1,250,000+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2208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Verified Platform Users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