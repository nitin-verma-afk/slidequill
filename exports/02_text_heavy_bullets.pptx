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deep dive.
Source: 02_text_heavy_bullets.pdf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latency limits and distributed transaction isolation.
Source: 02_text_heavy_bullets.pdf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19200" y="24003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Microservices Architecture Breakdown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1219200" y="377190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Decoupling and Resiliency Engineering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Infrastructure Constraints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109728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REST communication patterns induce high cascading latency across services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saga orchestration must maintain strict eventual consistency boundaries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connection pools require elastic autoscaling policies under peak load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credential token propagation across boundary ingress API gateways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multi-region replication requires automated failover and telemetry probes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message delivery dead-letter queues need automated alert routing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2026-10-18T16:52:25Z</dcterms:created>
  <dcterms:modified xsi:type="dcterms:W3CDTF">2026-10-18T16:52:25Z</dcterms:modified>
</cp:coreProperties>
</file>