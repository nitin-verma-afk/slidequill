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deep dive.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latency limits and distributed transaction isolation.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219200" y="2400300"/>
            <a:ext cx="97536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Microservices Architecture Breakdown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1219200" y="3771900"/>
            <a:ext cx="9753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Decoupling and Resiliency Engineering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Infrastructure Constraints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609600" y="1508760"/>
            <a:ext cx="10972800" cy="4800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REST communication patterns induce high cascading latency across services</a:t>
            </a:r>
            <a:endParaRPr lang="en-US" sz="2400" dirty="0"/>
          </a:p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saga orchestration must maintain strict eventual consistency boundaries</a:t>
            </a:r>
            <a:endParaRPr lang="en-US" sz="2400" dirty="0"/>
          </a:p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connection pools require elastic autoscaling policies under peak load</a:t>
            </a:r>
            <a:endParaRPr lang="en-US" sz="2400" dirty="0"/>
          </a:p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Zero-trust credential token propagation across boundary ingress API gateways</a:t>
            </a:r>
            <a:endParaRPr lang="en-US" sz="2400" dirty="0"/>
          </a:p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multi-region replication requires automated failover and telemetry probes</a:t>
            </a:r>
            <a:endParaRPr lang="en-US" sz="2400" dirty="0"/>
          </a:p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message delivery dead-letter queues need automated alert routing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2026-10-14T13:34:17Z</dcterms:created>
  <dcterms:modified xsi:type="dcterms:W3CDTF">2026-10-14T13:34:17Z</dcterms:modified>
</cp:coreProperties>
</file>