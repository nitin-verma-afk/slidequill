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emphasizes the importance of focusing on positive growth as a central operational priority within the enterprise portfolio strategy. Highlighting the growth metrics will set the tone for the strategic discussions.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highlights the key operational priorities and growth targets based on the fiscal portfolio analysis. Emphasizing the significant revenue growth reinforces the strategic importance of this pillar.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highlights the key operational priorities that support our strategic pillar. The metrics indicate strong performance and growth potential in our enterprise portfolio.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highlights the strategic importance of operational priorities in achieving positive growth. Emphasizing both key metrics and future focus areas reinforces our commitment to excellence.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section emphasizes the importance of operational priorities and growth targets for future success. Highlighting these pillars will motivate the team to focus on key objectives.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096000" y="6446520"/>
            <a:ext cx="5608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Photo: Dylan Gillis</a:t>
            </a:r>
            <a:endParaRPr lang="en-US" sz="900" dirty="0"/>
          </a:p>
        </p:txBody>
      </p:sp>
      <p:sp>
        <p:nvSpPr>
          <p:cNvPr id="5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975360" y="240030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Positive Growth as Key Operational Priority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Grew 20% Year-Over-Year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09600" y="1508760"/>
            <a:ext cx="5364480" cy="4526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2057400"/>
            <a:ext cx="53644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09600" y="3429000"/>
            <a:ext cx="53644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Metric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217920" y="1508760"/>
            <a:ext cx="5364480" cy="4526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6217920" y="2057400"/>
            <a:ext cx="53644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6217920" y="3429000"/>
            <a:ext cx="53644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Metric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 Efficiency Drives Growth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09600" y="1508760"/>
            <a:ext cx="5852160" cy="4800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operational priority identified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 positive growth metrics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platform automation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workload optimization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partner ecosystem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7520" y="1508760"/>
            <a:ext cx="4754880" cy="46634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27520" y="62407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Photo: Imagine Buddy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 Priorities Drive Growth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09600" y="1508760"/>
            <a:ext cx="5852160" cy="4800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key operational priorities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 positive growth trajectory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Enhancing platform automation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workload optimization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partner ecosystem distribution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7520" y="1508760"/>
            <a:ext cx="4754880" cy="46634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27520" y="62407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Photo: Imagine Buddy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096000" y="6446520"/>
            <a:ext cx="5608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Photo: Imagine Buddy</a:t>
            </a:r>
            <a:endParaRPr lang="en-US" sz="900" dirty="0"/>
          </a:p>
        </p:txBody>
      </p:sp>
      <p:sp>
        <p:nvSpPr>
          <p:cNvPr id="5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1219200" y="2400300"/>
            <a:ext cx="97536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Achieving Strategic Growth Milestones</a:t>
            </a:r>
            <a:endParaRPr lang="en-US" sz="4000" dirty="0"/>
          </a:p>
        </p:txBody>
      </p:sp>
      <p:sp>
        <p:nvSpPr>
          <p:cNvPr id="7" name="Text 3"/>
          <p:cNvSpPr/>
          <p:nvPr/>
        </p:nvSpPr>
        <p:spPr>
          <a:xfrm>
            <a:off x="1219200" y="4114800"/>
            <a:ext cx="97536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drive positive outcomes together!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2026-10-15T11:46:18Z</dcterms:created>
  <dcterms:modified xsi:type="dcterms:W3CDTF">2026-10-15T11:46:18Z</dcterms:modified>
</cp:coreProperties>
</file>