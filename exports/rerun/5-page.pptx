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the importance of our strategic performance insights in driving revenue growth and operational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Highlighting significant performance metrics for Q3 to showcase our growth trajectory.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key metrics that demonstrate our user engagement and infrastructure reliability performance. Emphasize the importance of these metrics in driving business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critical steps taken to enhance our operating cash flow, showcasing our strategic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our key focus areas for the upcoming business cycle, emphasizing automation and ecosystem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our unwavering dedication to maintaining the highest standards in compliance and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Isaac Smith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Through Strategic Performance Insights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975360" y="3771900"/>
            <a:ext cx="1024128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Overview of Our Executive Performance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Growth in Key Metrics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$52.0M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(ARR) in Q3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1376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341376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41376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(NRR) Rate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48,000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1792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Enterprise Users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022080" y="1508760"/>
            <a:ext cx="2560320" cy="452628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902208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$10.8M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02208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 from Core Operations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User Engagement and Reliability Metrics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Enterprise Users: 48,000 across 34 countries.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uptime: 99.98% SLA compliance.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user engagement drives revenue growth.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enhances service reliability.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Photo: Deng Xiang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Operating Cash Flow Steps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Cash Flow Trends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Core Operations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Efficiency Measures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Performance Regularly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Priorities for Future Growth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oundRect">
            <a:avLst>
              <a:gd name="adj" fmla="val 2694"/>
            </a:avLst>
          </a:prstGeom>
          <a:solidFill>
            <a:srgbClr val="F8FAFC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oundRect">
            <a:avLst>
              <a:gd name="adj" fmla="val 2694"/>
            </a:avLst>
          </a:prstGeom>
          <a:solidFill>
            <a:srgbClr val="F8FAFC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FlyD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to Excellence in Compliance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2026-10-16T06:38:24Z</dcterms:created>
  <dcterms:modified xsi:type="dcterms:W3CDTF">2026-10-16T06:38:24Z</dcterms:modified>
</cp:coreProperties>
</file>