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importance of bilingual expansion in tapping into India's diverse market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vital statistics reflecting our enterprise performance and growth in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key quantitative indicators that showcase the financial health and performance of enterprise clients in the India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the essential steps to prioritize in the upcoming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highlights the significant growth in digital payments and UPI transactions in India, emphasizing the rapid expansion of the digital economy.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highlights the crucial operational metrics that are shaping India's market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outlines key strategic goals for enhancing market presence in India. Focus on rural distribution and partnerships.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presents key financial statistics reflecting the company's quarterly revenue performance and growth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Highlighting the essential statistics that drive client retention and growth in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importance of infrastructure reliability in driving operational efficiency and revenue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illustrates the rapid growth of digital payments in India, emphasizing significant trends in transaction volumes and user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importance of technology and innovation in India's market dynamics.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quote encapsulates the essence of navigating India's market dynamics, merging challenges with growth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the importance of taking actionable steps based on insights gathered. Encourage stakeholders to act decisively.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Belle Maluf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Unlocking Growth Through Bilingual Market Strategies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975360" y="3771900"/>
            <a:ext cx="1024128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Impact on Business Performance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Metrics for Executive Review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$14.8M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Revenue Q2 Fiscal Year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1376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41376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41376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Growth Rate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119.0%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1792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Rate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02208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02208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46,500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2208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Enterprise Users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Financial Metrics Driving Growth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(ARR): $48.5M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Retention: 119% for Fortune 500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Users: 46,500 across 34 countries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Reliability: 99.98% uptime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6198F"/>
                </a:solidFill>
              </a:rPr>
              <a:t>Photo: Nick Chong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Steps for Future Strategic Priorities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 Platform Automation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096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3528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3528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AI Optimization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3528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960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960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Partner Ecosystem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0960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39200" y="20574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839200" y="3086100"/>
            <a:ext cx="274320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 Security Audits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839200" y="4114800"/>
            <a:ext cx="274320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Explosive Growth of India's Digital Economy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Operational Metrics Driving Growth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Merchandise Value (GMV): ₹4,250 Crores, 32% YoY growth.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Cost: ₹420, down 18% from last year.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Users: 2.45 million annual customers.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Rate: 78.4% customer renewal rate.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6198F"/>
                </a:solidFill>
              </a:rPr>
              <a:t>Photo: Conny Schneider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Goals for the Upcoming Year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512064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61760" y="1508760"/>
            <a:ext cx="5120640" cy="4526280"/>
          </a:xfrm>
          <a:prstGeom prst="roundRect">
            <a:avLst>
              <a:gd name="adj" fmla="val 10774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2331720"/>
            <a:ext cx="487680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1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2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Revenue Growth Highlights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0960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0960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$20.4M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Revenue for Q4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1376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341376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341376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Revenue Growth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71.0%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1792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Percentage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022080" y="1508760"/>
            <a:ext cx="2560320" cy="452628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9022080" y="2057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2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121.0%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22080" y="3429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861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Rate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 for Client Retention and Growth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(NRR): 121% among Fortune 500 clients.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Users: 49,500 across 34 countries.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(ARR): $55.5M from enterprises.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Margins: Resilient at 71% operational efficiency.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6198F"/>
                </a:solidFill>
              </a:rPr>
              <a:t>Photo: Jason Coudriet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Ensuring Infrastructure Reliability for Growth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8760"/>
            <a:ext cx="5120640" cy="44577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" y="61036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6198F"/>
                </a:solidFill>
              </a:rPr>
              <a:t>Photo: İsmail Enes Ayhan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Payment Growth in India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Driving Growth Through Technology Investments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on AI and automation for efficiency.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in future technology initiatives.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digital payment systems and UPI transactions.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4A0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internet access in tier 2 and tier 3 cities.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6198F"/>
                </a:solidFill>
              </a:rPr>
              <a:t>Photo: Adi Goldstein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4A04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Embracing Challenges, Seizing Opportunities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Harshit Katiyar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1219200" y="20574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"In every challenge lies an opportunity for growth, especially in India's evolving market."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19200" y="48006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Market Analyst Insights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rupixen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Embrace the Future of India's Market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2026-10-16T06:40:55Z</dcterms:created>
  <dcterms:modified xsi:type="dcterms:W3CDTF">2026-10-16T06:40:55Z</dcterms:modified>
</cp:coreProperties>
</file>