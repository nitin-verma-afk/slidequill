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हम संस्थान के वित्तीय प्रदर्शन और विकास पर ध्यान केंद्रित करेंगे।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वित्तीय विवरण और राजस्व के दो प्रमुख पहलुओं का तुलनात्मक विश्लेषण किया गया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हम डिजिटल परिवर्तन के प्रभाव को संख्यात्मक रूप से दर्शा रहे हैं।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ग्राहक अधिग्रहण और बाजार हिस्सेदारी के प्रमुख आंकड़े प्रस्तुत किए गए हैं।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यह स्लाइड मानव संसाधन और संगठनात्मक विकास के क्षेत्र में हमारी प्रगति को दर्शाती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नियामक अनुपालन और जोखिम प्रबंधन के प्रमुख आंकड़े प्रस्तुत किए गए हैं।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प्रक्रिया के माध्यम से हम सतत विकास को प्रोत्साहित कर सकते हैं।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यहां हम रणनीतिक साझेदारी और वैश्विक विस्तार के माध्यम से प्राप्त राजस्व वृद्धि पर ध्यान केंद्रित करेंगे।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चार्ट में 2026 के वित्तीय प्रदर्शन को दर्शाया गया है। यह हमें विकास दर और राजस्व का स्पष्ट अवलोकन प्रदान करता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वित्तीय विवरण और राजस्व वृद्धि के प्रमुख बिंदुओं का तुलनात्मक अवलोकन प्रस्तुत किया गया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डिजिटल परिवर्तन के प्रभाव को दर्शाया गया है। शुद्ध राजस्व और वार्षिक वृद्धि दर पर ध्यान केंद्रित करें।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उद्धरण से ग्राहक अधिग्रहण की सफलता की महत्वपूर्ण जानकारी मिलेगी।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मानव संसाधन और संगठनात्मक विकास के वित्तीय प्रदर्शन को दर्शाया गया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यहां हम नियामक अनुपालन और जोखिम प्रबंधन के प्रमुख आंकड़ों पर ध्यान केंद्रित कर रहे हैं।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यह स्लाइड सतत विकास और कॉर्पोरेट सामाजिक उत्तरदायित्व के वित्तीय प्रदर्शन को दर्शाती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प्रक्रिया में हम रणनीतिक साझेदारियों के विकास और वैश्विक विस्तार के चरणों पर चर्चा करेंगे।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यह स्लाइड वित्तीय वर्ष 2026 में हमारे प्रमुख कार्यक्षेत्रों की प्रगति को दर्शाती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चार्ट में वित्तीय वर्ष 2026 के प्रमुख आंकड़े दर्शाए गए हैं।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डिजिटल परिवर्तन के दौरान वित्तीय प्रदर्शन के प्रमुख बिंदुओं को दर्शाया गया है।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इस स्लाइड में हम ग्राहक अधिग्रहण और बाजार हिस्सेदारी के महत्व पर जोर देंगे।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Markus Winkler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सशक्त वित्तीय वृद्धि की कहानी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975360" y="3771900"/>
            <a:ext cx="1024128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संस्थान का शुद्ध राजस्व ₹21.9 करोड़, 17.0% वार्षिक वृद्धि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वित्तीय विवरण और राजस्व का विश्लेषण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डिजिटल परिवर्तन से वित्तीय वृद्धि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₹28.7Cr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वार्षिक वृद्धि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ग्राहक अधिग्रहण में अभूतपूर्व वृद्धि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 ₹32.1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 वार्षिक वृद्धि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 69.0%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परिचालन नकदी प्रवाह ₹18.0 करोड़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Isaac Smith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मानव संसाधन में प्रगति के नए आयाम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8760"/>
            <a:ext cx="5120640" cy="4457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61036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Sean Pollock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नियामक अनुपालन में उत्कृष्टता का प्रदर्शन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 ₹38.9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 वार्षिक वृद्धि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 71.0%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नकदी प्रवाह ₹21.0 करोड़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Maxim Hopman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सतत विकास की दिशा में कदम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राजस्व वृद्धि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सामाजिक उत्तरदायित्व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प्रौद्योगिकी का उपयोग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लक्ष्य निर्धारण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साझेदारी से राजस्व में वृद्धि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राजस्व: ₹45.7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वार्षिक वृद्धि: 18.0%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मार्जिन: 73.0%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नकदी प्रवाह: ₹24.0 करोड़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Nicholas Cappello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वित्तीय प्रदर्शन का विश्लेषण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वित्तीय विवरण एवं राजस्व विश्लेषण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डिजिटल परिवर्तन से वित्तीय वृद्धि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राजस्व: ₹55.9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वार्षिक वृद्धि: 21.0%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मार्जिन: 67.0%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नकदी प्रवाह: ₹28.5 करोड़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Alexandre Debiève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ग्राहक अधिग्रहण में सफलता की कहानी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Morgan Housel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219200" y="20574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"इस वित्तीय वर्ष में, हमने ग्राहक अधिग्रहण में 16% की वृद्धि दर्ज की।"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19200" y="48006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कॉर्पोरेट वित्तीय टीम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उच्चतम शुद्ध राजस्व और वृद्धि दर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राजस्व: ₹62.7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वार्षिक वृद्धि: 17.0%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मार्जिन: 69.0%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नकदी प्रवाह: ₹31.5 करोड़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Алекс Арцибашев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नियामक अनुपालन में उत्कृष्टता के संकेत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₹66.1Cr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वार्षिक वृद्धि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सतत विकास में वित्तीय सफलता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 ₹69.5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 वार्षिक वृद्धि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 71.0%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परिचालन नकदी प्रवाह ₹34.5 करोड़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Austin Hervias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रणनीतिक साझेदारी के चरण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बाजार विश्लेषण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साझेदारी निर्माण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प्रक्रियाओं का स्वचालन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विस्तार योजना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सफलता की कहानी: वित्तीय प्रदर्शन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 ₹76.3 करोड़ का है।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 वार्षिक वृद्धि दर्शाता है।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 73.0% पर स्थिर।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सकारात्मक नकदी प्रवाह ₹37.5 करोड़।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Annie Spratt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वित्तीय प्रदर्शन का सारांश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डिजिटल परिवर्तन में वित्तीय वृद्धि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शुद्ध राजस्व ₹83.1 करोड़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 वार्षिक वृद्धि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सकल लाभ मार्जिन 66.0%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 सिस्टम अपटाइम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Photo: Luke Chesser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Alesia Kazantceva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ग्राहक अधिग्रहण में नई ऊँचाइयाँ हासिल करें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2026-10-16T06:42:14Z</dcterms:created>
  <dcterms:modified xsi:type="dcterms:W3CDTF">2026-10-16T06:42:14Z</dcterms:modified>
</cp:coreProperties>
</file>