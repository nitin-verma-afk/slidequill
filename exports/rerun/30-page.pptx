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introduces the significance of enterprise portfolio strategy in driving growth. Emphasize the strategic insights presented in the corporate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statistics showcase the robust growth and operational efficiency of our enterprise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key revenue trends across the four quarters, highlighting growth and performance metrics. Use this data to inform future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illustrates the upward trajectory of ARR over the fiscal quarters, showcasing our consistent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critical importance of Net Revenue Retention (NRR) in driving enterprise success, particularly among Fortune 500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key insights on daily active users and their geographic distribution, highlighting our growth trajectory.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emphasizes the critical importance of maintaining high uptime standards in infrastructure. Highlight the metrics that showcase our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the key steps to improve cash flow, ensuring operational sustainability.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key focus areas for our upcoming operating cycles and the pivotal role of technology in shaping our strategic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critical role of security and compliance in enterprise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importance of AI in optimizing enterprise workloads and future technologies.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key aspects of our partner ecosystem development strategy, comparing current and future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importance of operational efficiency in driving business growth through improved margins and strategic initiatives.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emphasizes the importance of taking decisive action based on our findings. Encourage stakeholders to engage with the proposed next steps for a successful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Brands&amp;People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975360" y="24003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Unlocking Growth Through Strategic Portfolio Management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975360" y="3771900"/>
            <a:ext cx="1024128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foundation of enterprise success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Impressive Year-Over-Year Performance Highlights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2560320" cy="4526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$20.4M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Total Net Revenue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413760" y="1508760"/>
            <a:ext cx="2560320" cy="4526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341376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+21.0%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341376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Revenue Growth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2560320" cy="4526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121.0%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1792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Rate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022080" y="1508760"/>
            <a:ext cx="2560320" cy="4526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902208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99.98%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902208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Reliability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Revenue Insights Drive Strategic Decisions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revenue: $23.2M, 22% YoY growth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revenue: $26.0M, 18% YoY growth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$28.8M, 19% YoY growth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revenue: $31.6M, 20% YoY growth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Photo: Markus Winkler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Recurring Revenue Growth Trends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Unlocking Revenue Through Customer Retention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stands at 126% for Fortune 500 clients.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boosts overall revenue growth.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indicates market leadership.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 on enhancing customer experience.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Photo: Campaign Creators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User Growth Insights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61760" y="1508760"/>
            <a:ext cx="5120640" cy="4526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Maximizing Infrastructure Reliability for Success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 compliance: 99.98% across regions.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crucial for business continuity.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performance drives customer trust.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in infrastructure yields long-term gains.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Photo: İsmail Enes Ayhan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to Enhance Operating Cash Flow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Cash Flow Trends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 Operational Efficiency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Enhance Revenue Streams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Financial Health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Embracing Future Strategic Priorities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platform automation for efficiency gains.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AI for optimized workload management.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partner ecosystem for broader distribution.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security audits for compliance assurance.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Photo: Adi Goldstein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is Non-Negotiable for Success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Zulfugar Karimov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1219200" y="2057400"/>
            <a:ext cx="975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"Our commitment to security audits and SOC2 Type II certifications ensures the highest standards of compliance and trust."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19200" y="48006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Enterprise Leadership Team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AI for Strategic Optimization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of AI for workload optimization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efficiency through predictive analytics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future technologies into strategy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innovation with AI-powered insights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Photo: Igor Omilaev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Partner Ecosystem Growth Insights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09600" y="21945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6000" y="15087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Goals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96000" y="21945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Maximizing Operational Efficiency for Growth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08760"/>
            <a:ext cx="5120640" cy="4457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61036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Photo: Jason Coudriet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Conny Schneider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Embrace the Future of Enterprise Strategy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2026-10-16T06:39:11Z</dcterms:created>
  <dcterms:modified xsi:type="dcterms:W3CDTF">2026-10-16T06:39:11Z</dcterms:modified>
</cp:coreProperties>
</file>