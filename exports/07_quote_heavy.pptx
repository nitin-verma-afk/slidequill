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from Fortune 500 CTO.
Source: 07_quote_heavy.pdf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Endorsement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19200" y="2057400"/>
            <a:ext cx="975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"Slidequill completely transformed how our enterprise consulting division prepares client presentations, slashing turnaround time by seventy percent while producing native PowerPoint decks our partners can immediately customize and present."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219200" y="48006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Sarah Jenkins, VP of Consulting, Apex Global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2026-10-18T16:52:25Z</dcterms:created>
  <dcterms:modified xsi:type="dcterms:W3CDTF">2026-10-18T16:52:25Z</dcterms:modified>
</cp:coreProperties>
</file>