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Introduction to Slidequill.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market pain 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metrics from early user cohorts.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document-to-deck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Slidequill vs traditional AI deck generators.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Praise from early customer.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to 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219200" y="2400300"/>
            <a:ext cx="975360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Slidequill Product Vision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1219200" y="3771900"/>
            <a:ext cx="9753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in, Native Editable PPTX Out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09600" y="342900"/>
            <a:ext cx="10972800" cy="10287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AI Presentation Tools Stumble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609600" y="1508760"/>
            <a:ext cx="10972800" cy="4800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2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Exported files are locked images instead of native editable shapes</a:t>
            </a:r>
            <a:endParaRPr lang="en-US" sz="2400" dirty="0"/>
          </a:p>
          <a:p>
            <a:pPr marL="342900" indent="-342900">
              <a:buSzPct val="100000"/>
              <a:buChar char="•"/>
            </a:pPr>
            <a:r>
              <a:rPr lang="en-US" sz="2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text overflows boundaries and looks amateurish</a:t>
            </a:r>
            <a:endParaRPr lang="en-US" sz="2400" dirty="0"/>
          </a:p>
          <a:p>
            <a:pPr marL="342900" indent="-342900">
              <a:buSzPct val="100000"/>
              <a:buChar char="•"/>
            </a:pPr>
            <a:r>
              <a:rPr lang="en-US" sz="2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templates do not reflect company brand guidelines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09600" y="342900"/>
            <a:ext cx="10972800" cy="10287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Demonstrated Productivity Impact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609600" y="1508760"/>
            <a:ext cx="3495040" cy="4526280"/>
          </a:xfrm>
          <a:prstGeom prst="roundRect">
            <a:avLst>
              <a:gd name="adj" fmla="val 3488"/>
            </a:avLst>
          </a:prstGeom>
          <a:solidFill>
            <a:srgbClr val="F8FAFC"/>
          </a:solidFill>
          <a:ln/>
        </p:spPr>
      </p:sp>
      <p:sp>
        <p:nvSpPr>
          <p:cNvPr id="5" name="Text 2"/>
          <p:cNvSpPr/>
          <p:nvPr/>
        </p:nvSpPr>
        <p:spPr>
          <a:xfrm>
            <a:off x="609600" y="2057400"/>
            <a:ext cx="349504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 hrs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609600" y="3429000"/>
            <a:ext cx="349504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per presentation deck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4348480" y="1508760"/>
            <a:ext cx="3495040" cy="4526280"/>
          </a:xfrm>
          <a:prstGeom prst="roundRect">
            <a:avLst>
              <a:gd name="adj" fmla="val 3488"/>
            </a:avLst>
          </a:prstGeom>
          <a:solidFill>
            <a:srgbClr val="F8FAFC"/>
          </a:solidFill>
          <a:ln/>
        </p:spPr>
      </p:sp>
      <p:sp>
        <p:nvSpPr>
          <p:cNvPr id="8" name="Text 5"/>
          <p:cNvSpPr/>
          <p:nvPr/>
        </p:nvSpPr>
        <p:spPr>
          <a:xfrm>
            <a:off x="4348480" y="2057400"/>
            <a:ext cx="349504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4800" dirty="0"/>
          </a:p>
        </p:txBody>
      </p:sp>
      <p:sp>
        <p:nvSpPr>
          <p:cNvPr id="9" name="Text 6"/>
          <p:cNvSpPr/>
          <p:nvPr/>
        </p:nvSpPr>
        <p:spPr>
          <a:xfrm>
            <a:off x="4348480" y="3429000"/>
            <a:ext cx="349504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editable shapes &amp; text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087360" y="1508760"/>
            <a:ext cx="3495040" cy="4526280"/>
          </a:xfrm>
          <a:prstGeom prst="roundRect">
            <a:avLst>
              <a:gd name="adj" fmla="val 3488"/>
            </a:avLst>
          </a:prstGeom>
          <a:solidFill>
            <a:srgbClr val="F8FAFC"/>
          </a:solidFill>
          <a:ln/>
        </p:spPr>
      </p:sp>
      <p:sp>
        <p:nvSpPr>
          <p:cNvPr id="11" name="Text 8"/>
          <p:cNvSpPr/>
          <p:nvPr/>
        </p:nvSpPr>
        <p:spPr>
          <a:xfrm>
            <a:off x="8087360" y="2057400"/>
            <a:ext cx="349504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4800" dirty="0"/>
          </a:p>
        </p:txBody>
      </p:sp>
      <p:sp>
        <p:nvSpPr>
          <p:cNvPr id="12" name="Text 9"/>
          <p:cNvSpPr/>
          <p:nvPr/>
        </p:nvSpPr>
        <p:spPr>
          <a:xfrm>
            <a:off x="8087360" y="3429000"/>
            <a:ext cx="349504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export and return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09600" y="342900"/>
            <a:ext cx="10972800" cy="10287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Slidequill Generates Decks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609600" y="2057400"/>
            <a:ext cx="2743200" cy="10287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609600" y="3086100"/>
            <a:ext cx="2743200" cy="10287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Input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09600" y="4114800"/>
            <a:ext cx="2743200" cy="2057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PDF or DOCX file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3352800" y="2057400"/>
            <a:ext cx="2743200" cy="10287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3352800" y="3086100"/>
            <a:ext cx="2743200" cy="10287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Outline Synthesized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3352800" y="4114800"/>
            <a:ext cx="2743200" cy="2057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builds structured sections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096000" y="2057400"/>
            <a:ext cx="2743200" cy="10287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6096000" y="3086100"/>
            <a:ext cx="2743200" cy="10287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Fitted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6096000" y="4114800"/>
            <a:ext cx="2743200" cy="2057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Zod limits eliminate overflows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8839200" y="2057400"/>
            <a:ext cx="2743200" cy="10287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600" dirty="0"/>
          </a:p>
        </p:txBody>
      </p:sp>
      <p:sp>
        <p:nvSpPr>
          <p:cNvPr id="14" name="Text 11"/>
          <p:cNvSpPr/>
          <p:nvPr/>
        </p:nvSpPr>
        <p:spPr>
          <a:xfrm>
            <a:off x="8839200" y="3086100"/>
            <a:ext cx="2743200" cy="10287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Export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8839200" y="4114800"/>
            <a:ext cx="2743200" cy="2057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editable PowerPoint file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09600" y="342900"/>
            <a:ext cx="10972800" cy="10287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Quality Comparison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609600" y="1508760"/>
            <a:ext cx="5120640" cy="4526280"/>
          </a:xfrm>
          <a:prstGeom prst="roundRect">
            <a:avLst>
              <a:gd name="adj" fmla="val 2694"/>
            </a:avLst>
          </a:prstGeom>
          <a:solidFill>
            <a:srgbClr val="F8FAFC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645920"/>
            <a:ext cx="48768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AI Tools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731520" y="2331720"/>
            <a:ext cx="4876800" cy="3566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Flattened bitmap image slides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cannot be edited or tuned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Brittle layout dimensions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461760" y="1508760"/>
            <a:ext cx="5120640" cy="4526280"/>
          </a:xfrm>
          <a:prstGeom prst="roundRect">
            <a:avLst>
              <a:gd name="adj" fmla="val 2694"/>
            </a:avLst>
          </a:prstGeom>
          <a:solidFill>
            <a:srgbClr val="F8FAFC"/>
          </a:solidFill>
          <a:ln/>
        </p:spPr>
      </p:sp>
      <p:sp>
        <p:nvSpPr>
          <p:cNvPr id="8" name="Text 5"/>
          <p:cNvSpPr/>
          <p:nvPr/>
        </p:nvSpPr>
        <p:spPr>
          <a:xfrm>
            <a:off x="6583680" y="1645920"/>
            <a:ext cx="48768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Slidequill Platform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583680" y="2331720"/>
            <a:ext cx="4876800" cy="3566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vector shapes &amp; editable text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System-safe normalized typography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PowerPoint auto-fit scaling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09600" y="342900"/>
            <a:ext cx="10972800" cy="10287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Endorsement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1219200" y="2057400"/>
            <a:ext cx="9753600" cy="2743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"Slidequill is the first tool that creates decks my executive board actually accepts without needing hours of reformatting."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1219200" y="4800600"/>
            <a:ext cx="9753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Elena Rostova, Managing Director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219200" y="2400300"/>
            <a:ext cx="975360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Your First Presentation Now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1219200" y="4114800"/>
            <a:ext cx="9753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Slidequill Free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2026-10-14T13:34:17Z</dcterms:created>
  <dcterms:modified xsi:type="dcterms:W3CDTF">2026-10-14T13:34:17Z</dcterms:modified>
</cp:coreProperties>
</file>