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Slidequill.
Source: 10_full_deck_showcase.pdf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market pain points.
Source: 10_full_deck_showcase.pdf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metrics from early user cohorts.
Source: 10_full_deck_showcase.pdf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document-to-deck pipeline.
Source: 10_full_deck_showcase.pdf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Slidequill vs traditional AI deck generators.
Source: 10_full_deck_showcase.pdf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Praise from early customer.
Source: 10_full_deck_showcase.pdf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to action.
Source: 10_full_deck_showcase.pdf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Slidequill Product Vision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19200" y="37719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in, Native Editable PPTX Out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Presentation Tools Stumble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109728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files are locked images instead of native editable shapes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text overflows boundaries and looks amateurish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templates do not reflect company brand guidelines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Productivity Impact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3495040" cy="4526280"/>
          </a:xfrm>
          <a:prstGeom prst="roundRect">
            <a:avLst>
              <a:gd name="adj" fmla="val 3488"/>
            </a:avLst>
          </a:prstGeom>
          <a:solidFill>
            <a:srgbClr val="F8FAFC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34950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hrs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34950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presentation deck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348480" y="1508760"/>
            <a:ext cx="3495040" cy="4526280"/>
          </a:xfrm>
          <a:prstGeom prst="roundRect">
            <a:avLst>
              <a:gd name="adj" fmla="val 3488"/>
            </a:avLst>
          </a:pr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4348480" y="2057400"/>
            <a:ext cx="34950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348480" y="3429000"/>
            <a:ext cx="34950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editable shapes &amp; text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087360" y="1508760"/>
            <a:ext cx="3495040" cy="4526280"/>
          </a:xfrm>
          <a:prstGeom prst="roundRect">
            <a:avLst>
              <a:gd name="adj" fmla="val 3488"/>
            </a:avLst>
          </a:prstGeom>
          <a:solidFill>
            <a:srgbClr val="F8FAFC"/>
          </a:solidFill>
          <a:ln/>
        </p:spPr>
      </p:sp>
      <p:sp>
        <p:nvSpPr>
          <p:cNvPr id="11" name="Text 8"/>
          <p:cNvSpPr/>
          <p:nvPr/>
        </p:nvSpPr>
        <p:spPr>
          <a:xfrm>
            <a:off x="8087360" y="2057400"/>
            <a:ext cx="34950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087360" y="3429000"/>
            <a:ext cx="34950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export and return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Slidequill Generates Decks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Input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or DOCX file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528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3528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Synthesized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3528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structured sections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Fitted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limits eliminate overflows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92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8392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Export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392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editable PowerPoint file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Quality Comparison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120640" cy="4526280"/>
          </a:xfrm>
          <a:prstGeom prst="roundRect">
            <a:avLst>
              <a:gd name="adj" fmla="val 2694"/>
            </a:avLst>
          </a:prstGeom>
          <a:solidFill>
            <a:srgbClr val="F8FAFC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645920"/>
            <a:ext cx="48768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AI Tools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bitmap image slides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cannot be edited or tuned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layout dimensions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61760" y="1508760"/>
            <a:ext cx="5120640" cy="4526280"/>
          </a:xfrm>
          <a:prstGeom prst="roundRect">
            <a:avLst>
              <a:gd name="adj" fmla="val 2694"/>
            </a:avLst>
          </a:pr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645920"/>
            <a:ext cx="48768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Slidequill Platform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vector shapes &amp; editable text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System-safe normalized typography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PowerPoint auto-fit scaling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Endorsement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19200" y="2057400"/>
            <a:ext cx="975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"Slidequill is the first tool that creates decks my executive board actually accepts without needing hours of reformatting."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219200" y="48006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Rostova, Managing Director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First Presentation Now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219200" y="41148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Slidequill Free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2026-10-18T16:52:25Z</dcterms:created>
  <dcterms:modified xsi:type="dcterms:W3CDTF">2026-10-18T16:52:25Z</dcterms:modified>
</cp:coreProperties>
</file>