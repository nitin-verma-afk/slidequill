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highlights the strong operational performance of our divisions, showcasing the annualized growth percentages and key priorities. It's crucial to emphasize our strategic focus on growth and operational efficiency.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highlights the key operational priorities and growth metrics for Strategic Pillar 2. Emphasize the significance of disciplined resource allocation and core efficiencies.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highlights the key operational achievements and metrics from Strategic Pillar 3, showcasing the positive growth and performance indicators for the division.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highlights the key operational priorities and metrics for Strategic Pillar 4, showcasing the division's growth and operational efficiencies.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summarizes the key achievements and future outlook for Strategic Pillar 5, highlighting the significant growth and operational priorities for the division.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096000" y="6446520"/>
            <a:ext cx="56083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Photo: Dylan Gillis</a:t>
            </a:r>
            <a:endParaRPr lang="en-US" sz="900" dirty="0"/>
          </a:p>
        </p:txBody>
      </p:sp>
      <p:sp>
        <p:nvSpPr>
          <p:cNvPr id="5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6" name="Text 2"/>
          <p:cNvSpPr/>
          <p:nvPr/>
        </p:nvSpPr>
        <p:spPr>
          <a:xfrm>
            <a:off x="975360" y="2400300"/>
            <a:ext cx="1024128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Operational Growth at 14% and 15%</a:t>
            </a:r>
            <a:endParaRPr lang="en-US" sz="4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600" y="342900"/>
            <a:ext cx="10972800" cy="10287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29252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Consistent Growth in Division 2 Performance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609600" y="1508760"/>
            <a:ext cx="5364480" cy="4526280"/>
          </a:xfrm>
          <a:prstGeom prst="rect">
            <a:avLst/>
          </a:prstGeom>
          <a:solidFill>
            <a:srgbClr val="F5F5F4"/>
          </a:solidFill>
          <a:ln/>
        </p:spPr>
      </p:sp>
      <p:sp>
        <p:nvSpPr>
          <p:cNvPr id="5" name="Text 2"/>
          <p:cNvSpPr/>
          <p:nvPr/>
        </p:nvSpPr>
        <p:spPr>
          <a:xfrm>
            <a:off x="609600" y="2057400"/>
            <a:ext cx="536448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6653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100%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609600" y="3429000"/>
            <a:ext cx="536448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5753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Metric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6217920" y="1508760"/>
            <a:ext cx="5364480" cy="4526280"/>
          </a:xfrm>
          <a:prstGeom prst="rect">
            <a:avLst/>
          </a:prstGeom>
          <a:solidFill>
            <a:srgbClr val="F5F5F4"/>
          </a:solidFill>
          <a:ln/>
        </p:spPr>
      </p:sp>
      <p:sp>
        <p:nvSpPr>
          <p:cNvPr id="8" name="Text 5"/>
          <p:cNvSpPr/>
          <p:nvPr/>
        </p:nvSpPr>
        <p:spPr>
          <a:xfrm>
            <a:off x="6217920" y="2057400"/>
            <a:ext cx="536448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6653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100%</a:t>
            </a:r>
            <a:endParaRPr lang="en-US" sz="4800" dirty="0"/>
          </a:p>
        </p:txBody>
      </p:sp>
      <p:sp>
        <p:nvSpPr>
          <p:cNvPr id="9" name="Text 6"/>
          <p:cNvSpPr/>
          <p:nvPr/>
        </p:nvSpPr>
        <p:spPr>
          <a:xfrm>
            <a:off x="6217920" y="3429000"/>
            <a:ext cx="536448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5753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Metric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600" y="342900"/>
            <a:ext cx="10972800" cy="10287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29252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16% Growth and Strong Margins Achieved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609600" y="1508760"/>
            <a:ext cx="5364480" cy="4526280"/>
          </a:xfrm>
          <a:prstGeom prst="rect">
            <a:avLst/>
          </a:prstGeom>
          <a:solidFill>
            <a:srgbClr val="F5F5F4"/>
          </a:solidFill>
          <a:ln/>
        </p:spPr>
      </p:sp>
      <p:sp>
        <p:nvSpPr>
          <p:cNvPr id="5" name="Text 2"/>
          <p:cNvSpPr/>
          <p:nvPr/>
        </p:nvSpPr>
        <p:spPr>
          <a:xfrm>
            <a:off x="609600" y="2057400"/>
            <a:ext cx="536448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6653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100%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609600" y="3429000"/>
            <a:ext cx="536448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5753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Metric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6217920" y="1508760"/>
            <a:ext cx="5364480" cy="4526280"/>
          </a:xfrm>
          <a:prstGeom prst="rect">
            <a:avLst/>
          </a:prstGeom>
          <a:solidFill>
            <a:srgbClr val="F5F5F4"/>
          </a:solidFill>
          <a:ln/>
        </p:spPr>
      </p:sp>
      <p:sp>
        <p:nvSpPr>
          <p:cNvPr id="8" name="Text 5"/>
          <p:cNvSpPr/>
          <p:nvPr/>
        </p:nvSpPr>
        <p:spPr>
          <a:xfrm>
            <a:off x="6217920" y="2057400"/>
            <a:ext cx="536448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6653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100%</a:t>
            </a:r>
            <a:endParaRPr lang="en-US" sz="4800" dirty="0"/>
          </a:p>
        </p:txBody>
      </p:sp>
      <p:sp>
        <p:nvSpPr>
          <p:cNvPr id="9" name="Text 6"/>
          <p:cNvSpPr/>
          <p:nvPr/>
        </p:nvSpPr>
        <p:spPr>
          <a:xfrm>
            <a:off x="6217920" y="3429000"/>
            <a:ext cx="536448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5753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Metric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600" y="342900"/>
            <a:ext cx="10972800" cy="10287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29252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17% Annual Growth Achieved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609600" y="1508760"/>
            <a:ext cx="5364480" cy="4526280"/>
          </a:xfrm>
          <a:prstGeom prst="rect">
            <a:avLst/>
          </a:prstGeom>
          <a:solidFill>
            <a:srgbClr val="F5F5F4"/>
          </a:solidFill>
          <a:ln/>
        </p:spPr>
      </p:sp>
      <p:sp>
        <p:nvSpPr>
          <p:cNvPr id="5" name="Text 2"/>
          <p:cNvSpPr/>
          <p:nvPr/>
        </p:nvSpPr>
        <p:spPr>
          <a:xfrm>
            <a:off x="609600" y="2057400"/>
            <a:ext cx="536448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6653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100%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609600" y="3429000"/>
            <a:ext cx="536448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5753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Metric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6217920" y="1508760"/>
            <a:ext cx="5364480" cy="4526280"/>
          </a:xfrm>
          <a:prstGeom prst="rect">
            <a:avLst/>
          </a:prstGeom>
          <a:solidFill>
            <a:srgbClr val="F5F5F4"/>
          </a:solidFill>
          <a:ln/>
        </p:spPr>
      </p:sp>
      <p:sp>
        <p:nvSpPr>
          <p:cNvPr id="8" name="Text 5"/>
          <p:cNvSpPr/>
          <p:nvPr/>
        </p:nvSpPr>
        <p:spPr>
          <a:xfrm>
            <a:off x="6217920" y="2057400"/>
            <a:ext cx="536448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6653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100%</a:t>
            </a:r>
            <a:endParaRPr lang="en-US" sz="4800" dirty="0"/>
          </a:p>
        </p:txBody>
      </p:sp>
      <p:sp>
        <p:nvSpPr>
          <p:cNvPr id="9" name="Text 6"/>
          <p:cNvSpPr/>
          <p:nvPr/>
        </p:nvSpPr>
        <p:spPr>
          <a:xfrm>
            <a:off x="6217920" y="3429000"/>
            <a:ext cx="536448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5753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Metric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096000" y="6446520"/>
            <a:ext cx="56083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Photo: Dylan Gillis</a:t>
            </a:r>
            <a:endParaRPr lang="en-US" sz="900" dirty="0"/>
          </a:p>
        </p:txBody>
      </p:sp>
      <p:sp>
        <p:nvSpPr>
          <p:cNvPr id="5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6" name="Text 2"/>
          <p:cNvSpPr/>
          <p:nvPr/>
        </p:nvSpPr>
        <p:spPr>
          <a:xfrm>
            <a:off x="1219200" y="2400300"/>
            <a:ext cx="975360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Achieved 18% Growth in Division 5</a:t>
            </a:r>
            <a:endParaRPr lang="en-US" sz="4000" dirty="0"/>
          </a:p>
        </p:txBody>
      </p:sp>
      <p:sp>
        <p:nvSpPr>
          <p:cNvPr id="7" name="Text 3"/>
          <p:cNvSpPr/>
          <p:nvPr/>
        </p:nvSpPr>
        <p:spPr>
          <a:xfrm>
            <a:off x="1219200" y="4114800"/>
            <a:ext cx="975360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1665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Continue driving operational excellence.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2026-10-15T11:46:33Z</dcterms:created>
  <dcterms:modified xsi:type="dcterms:W3CDTF">2026-10-15T11:46:33Z</dcterms:modified>
</cp:coreProperties>
</file>